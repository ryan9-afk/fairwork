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104fd81ff14f52" /><Relationship Type="http://schemas.openxmlformats.org/officeDocument/2006/relationships/extended-properties" Target="/docProps/app.xml" Id="Rdf36ad7b78df42c0" /><Relationship Type="http://schemas.openxmlformats.org/officeDocument/2006/relationships/officeDocument" Target="/ppt/presentation.xml" Id="Rfabe95f9866440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60dd804abe4000"/>
  </p:sldMasterIdLst>
  <p:notesMasterIdLst>
    <p:notesMasterId xmlns:r="http://schemas.openxmlformats.org/officeDocument/2006/relationships" r:id="R1e7aefcc96ac4f2a"/>
  </p:notesMasterIdLst>
  <p:sldIdLst>
    <p:sldId xmlns:r="http://schemas.openxmlformats.org/officeDocument/2006/relationships" id="256" r:id="Ree3fd626ae4f4d1c"/>
    <p:sldId xmlns:r="http://schemas.openxmlformats.org/officeDocument/2006/relationships" id="257" r:id="R0b2600e6ab824289"/>
    <p:sldId xmlns:r="http://schemas.openxmlformats.org/officeDocument/2006/relationships" id="258" r:id="R7420a3a51eb2443e"/>
    <p:sldId xmlns:r="http://schemas.openxmlformats.org/officeDocument/2006/relationships" id="259" r:id="R7f200e2a2e7a4ccc"/>
    <p:sldId xmlns:r="http://schemas.openxmlformats.org/officeDocument/2006/relationships" id="260" r:id="R31e78124819646dc"/>
    <p:sldId xmlns:r="http://schemas.openxmlformats.org/officeDocument/2006/relationships" id="261" r:id="Reaaf4bcd156b4f56"/>
    <p:sldId xmlns:r="http://schemas.openxmlformats.org/officeDocument/2006/relationships" id="262" r:id="R5ac6c460b53d4530"/>
    <p:sldId xmlns:r="http://schemas.openxmlformats.org/officeDocument/2006/relationships" id="263" r:id="R21f30378a96448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7474824d844325" /><Relationship Type="http://schemas.openxmlformats.org/officeDocument/2006/relationships/slideMaster" Target="/ppt/slideMasters/slideMaster1.xml" Id="Rd060dd804abe4000" /><Relationship Type="http://schemas.openxmlformats.org/officeDocument/2006/relationships/notesMaster" Target="/ppt/notesMasters/notesMaster1.xml" Id="R1e7aefcc96ac4f2a" /><Relationship Type="http://schemas.openxmlformats.org/officeDocument/2006/relationships/presProps" Target="/ppt/presProps.xml" Id="R4c915e40f17548bb" /><Relationship Type="http://schemas.openxmlformats.org/officeDocument/2006/relationships/tableStyles" Target="/ppt/tableStyles.xml" Id="R69437b03a83c4373" /><Relationship Type="http://schemas.openxmlformats.org/officeDocument/2006/relationships/slide" Target="/ppt/slides/slide1.xml" Id="Ree3fd626ae4f4d1c" /><Relationship Type="http://schemas.openxmlformats.org/officeDocument/2006/relationships/slide" Target="/ppt/slides/slide2.xml" Id="R0b2600e6ab824289" /><Relationship Type="http://schemas.openxmlformats.org/officeDocument/2006/relationships/slide" Target="/ppt/slides/slide3.xml" Id="R7420a3a51eb2443e" /><Relationship Type="http://schemas.openxmlformats.org/officeDocument/2006/relationships/slide" Target="/ppt/slides/slide4.xml" Id="R7f200e2a2e7a4ccc" /><Relationship Type="http://schemas.openxmlformats.org/officeDocument/2006/relationships/slide" Target="/ppt/slides/slide5.xml" Id="R31e78124819646dc" /><Relationship Type="http://schemas.openxmlformats.org/officeDocument/2006/relationships/slide" Target="/ppt/slides/slide6.xml" Id="Reaaf4bcd156b4f56" /><Relationship Type="http://schemas.openxmlformats.org/officeDocument/2006/relationships/slide" Target="/ppt/slides/slide7.xml" Id="R5ac6c460b53d4530" /><Relationship Type="http://schemas.openxmlformats.org/officeDocument/2006/relationships/slide" Target="/ppt/slides/slide8.xml" Id="R21f30378a96448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4290c587354f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7a6c0727244cb0" /><Relationship Type="http://schemas.openxmlformats.org/officeDocument/2006/relationships/notesMaster" Target="/ppt/notesMasters/notesMaster1.xml" Id="Rf202eebf34a648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2d3e9c58224f2a" /><Relationship Type="http://schemas.openxmlformats.org/officeDocument/2006/relationships/notesMaster" Target="/ppt/notesMasters/notesMaster1.xml" Id="R8eae518439434b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0fcf60c4324a2c" /><Relationship Type="http://schemas.openxmlformats.org/officeDocument/2006/relationships/notesMaster" Target="/ppt/notesMasters/notesMaster1.xml" Id="R91489b97bf4c41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1ebbc2f5304a2d" /><Relationship Type="http://schemas.openxmlformats.org/officeDocument/2006/relationships/notesMaster" Target="/ppt/notesMasters/notesMaster1.xml" Id="R65f704a68ff040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acc13efdb04b83" /><Relationship Type="http://schemas.openxmlformats.org/officeDocument/2006/relationships/notesMaster" Target="/ppt/notesMasters/notesMaster1.xml" Id="R2ceb18797b9140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fcbf66cfaa4030" /><Relationship Type="http://schemas.openxmlformats.org/officeDocument/2006/relationships/notesMaster" Target="/ppt/notesMasters/notesMaster1.xml" Id="Rdeedd8337e0145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b4f31596634b94" /><Relationship Type="http://schemas.openxmlformats.org/officeDocument/2006/relationships/notesMaster" Target="/ppt/notesMasters/notesMaster1.xml" Id="R248c185de6c142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3c716e29ae40d7" /><Relationship Type="http://schemas.openxmlformats.org/officeDocument/2006/relationships/notesMaster" Target="/ppt/notesMasters/notesMaster1.xml" Id="R8a8034b230164a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f00f8946e41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ccb11c5e354cd5" /><Relationship Type="http://schemas.openxmlformats.org/officeDocument/2006/relationships/slideLayout" Target="/ppt/slideLayouts/slideLayout1.xml" Id="Rc4120bf9376948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120bf9376948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70b3da73946c6" /><Relationship Type="http://schemas.openxmlformats.org/officeDocument/2006/relationships/image" Target="/ppt/media/image.png" Id="R00e063f851624402" /><Relationship Type="http://schemas.openxmlformats.org/officeDocument/2006/relationships/notesSlide" Target="/ppt/notesSlides/notesSlide1.xml" Id="R99a5686cc62342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4aa0d613249c7" /><Relationship Type="http://schemas.openxmlformats.org/officeDocument/2006/relationships/notesSlide" Target="/ppt/notesSlides/notesSlide2.xml" Id="R41782ea2089f44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ebae45ec64d90" /><Relationship Type="http://schemas.openxmlformats.org/officeDocument/2006/relationships/notesSlide" Target="/ppt/notesSlides/notesSlide3.xml" Id="R152d358f3dd348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993aa78c64d17" /><Relationship Type="http://schemas.openxmlformats.org/officeDocument/2006/relationships/notesSlide" Target="/ppt/notesSlides/notesSlide4.xml" Id="R2e9b996bb33148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b79894e8146c1" /><Relationship Type="http://schemas.openxmlformats.org/officeDocument/2006/relationships/notesSlide" Target="/ppt/notesSlides/notesSlide5.xml" Id="R49e69f722e1f4f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67e792667427c" /><Relationship Type="http://schemas.openxmlformats.org/officeDocument/2006/relationships/notesSlide" Target="/ppt/notesSlides/notesSlide6.xml" Id="R5af06c5a24274c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653281d7c428b" /><Relationship Type="http://schemas.openxmlformats.org/officeDocument/2006/relationships/notesSlide" Target="/ppt/notesSlides/notesSlide7.xml" Id="R257570dfc1ee47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0952ac77f430a" /><Relationship Type="http://schemas.openxmlformats.org/officeDocument/2006/relationships/notesSlide" Target="/ppt/notesSlides/notesSlide8.xml" Id="Rb847c1c1ed0f4f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063f851624402"/>
          <a:stretch xmlns:a="http://schemas.openxmlformats.org/drawingml/2006/main"/>
        </p:blipFill>
        <p:spPr>
          <a:xfrm xmlns:a="http://schemas.openxmlformats.org/drawingml/2006/main">
            <a:off x="742950" y="563761"/>
            <a:ext cx="2476500" cy="7584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A0188-E045-4777-A4C8-52FFEB6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Fairwork 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81803-FC63-467B-875E-0B0B773D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817"/>
                </a:solidFill>
                <a:latin typeface="Arial"/>
                <a:ea typeface="Arial"/>
                <a:cs typeface="Arial"/>
              </a:rPr>
              <a:t>A worker-controlled record for pay concerns and workplace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7E521-700F-47C7-86EB-449DDB12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Business and Human Rights Solutions Challenge · Synthetic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741F4-1A48-44A3-8054-379D3DCF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0"/>
            <a:ext cx="2400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2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5E00A-7473-4F19-84EB-3B159DFF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1619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PROOF</a:t>
            </a:r>
          </a:p>
          <a:p xmlns:a="http://schemas.openxmlformats.org/drawingml/2006/main">
            <a:pPr algn="l">
              <a:defRPr sz="225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OF WORK.</a:t>
            </a:r>
          </a:p>
          <a:p xmlns:a="http://schemas.openxmlformats.org/drawingml/2006/main">
            <a:pPr algn="l">
              <a:defRPr sz="225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POWER TO</a:t>
            </a:r>
          </a:p>
          <a:p xmlns:a="http://schemas.openxmlformats.org/drawingml/2006/main">
            <a:pPr algn="l">
              <a:defRPr sz="225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SEEK HELP.</a:t>
            </a:r>
          </a:p>
        </p:txBody>
      </p:sp>
    </p:spTree>
    <p:extLst>
      <p:ext uri="{BB962C8B-B14F-4D97-AF65-F5344CB8AC3E}">
        <p14:creationId xmlns:p14="http://schemas.microsoft.com/office/powerpoint/2010/main" val="45928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0029E-0AF4-4E42-863E-EAA2DC4B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The evidence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6868E-2CE3-434C-A69B-BE9BC235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3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A4592-6B0B-499E-BACF-BBE04F03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When a dispute begins, the worker often has no payslip and must reconstruct the story from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C72A2-E20C-4E5D-A725-2DBC3A2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9239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Dates fade. Messages scatter. Payment proof sits apart from working hours. A worker can know something is wrong yet still struggle to explain it clearly to an adviser.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CDBF2-845E-4D5B-9A70-321F6644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72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72F5"/>
                </a:solidFill>
                <a:latin typeface="Arial"/>
                <a:ea typeface="Arial"/>
                <a:cs typeface="Arial"/>
              </a:rPr>
              <a:t>Our focus: preserve the worker’s own record before details disappear.</a:t>
            </a:r>
          </a:p>
        </p:txBody>
      </p:sp>
    </p:spTree>
    <p:extLst>
      <p:ext uri="{BB962C8B-B14F-4D97-AF65-F5344CB8AC3E}">
        <p14:creationId xmlns:p14="http://schemas.microsoft.com/office/powerpoint/2010/main" val="836929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E88F7-4851-4AC2-A1B0-47F376CA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The worker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9D844-A9EC-4BD2-8F6C-03179817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3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3346-791E-4B38-B514-889807E6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3600A-5E07-4D25-94B4-949D939F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38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Record the shift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F9266-40DF-477E-B6A3-A00B602B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3825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Date, hours, agreed pay, and payment received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D5FC6-38B8-424E-BCD7-73073632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14500"/>
            <a:ext cx="9525" cy="666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8C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C9C7C-0126-437E-A1DF-602E2A2B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CC27F-8AE3-4172-A9FF-A246A56A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28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Attach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19584-C130-46FD-8486-9CB69A31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Payment screenshot, receipt, or incident photograph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BECD2-661E-4432-BB83-98737541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05125"/>
            <a:ext cx="9525" cy="666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8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90947-C599-4E6F-9DF9-64D74919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2193F-D555-4801-952D-B6981B58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19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Understand the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64B60-687B-4BE5-901A-A13FBC5D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Recorded unpaid amount stays separate from estimates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97249-1B8E-43E2-9185-96ACC741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95750"/>
            <a:ext cx="9525" cy="666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8C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A35B0-B158-4B2E-8FEE-5050BBB6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F445D-8CFE-4F64-932D-D678693A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10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Prepare a dossier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A4417-8397-4C94-98DE-5AED272C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0125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Choose records, redact details, and print or save as PDF</a:t>
            </a:r>
          </a:p>
        </p:txBody>
      </p:sp>
    </p:spTree>
    <p:extLst>
      <p:ext uri="{BB962C8B-B14F-4D97-AF65-F5344CB8AC3E}">
        <p14:creationId xmlns:p14="http://schemas.microsoft.com/office/powerpoint/2010/main" val="1974814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8F9D7-FF42-49C3-B680-6ED663D3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B8DDD-88E2-4066-8542-4256CC08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3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686B3-4F97-45E0-AE77-77F9CA92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Amina’s records are synthetic and clearly marked.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9F968-04CF-408A-B1E2-EB39FD18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Log one construction shift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2B274-7946-4FE4-99A0-C2760A1A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288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Add payment proof and a related wage concern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52539-A280-47DC-95F3-6956871B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288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Exclude her phone number and export the selected dossier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61BC1-D011-44DC-9F9B-677A8608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72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72F5"/>
                </a:solidFill>
                <a:latin typeface="Arial"/>
                <a:ea typeface="Arial"/>
                <a:cs typeface="Arial"/>
              </a:rPr>
              <a:t>The live product carries this slide.</a:t>
            </a:r>
          </a:p>
        </p:txBody>
      </p:sp>
    </p:spTree>
    <p:extLst>
      <p:ext uri="{BB962C8B-B14F-4D97-AF65-F5344CB8AC3E}">
        <p14:creationId xmlns:p14="http://schemas.microsoft.com/office/powerpoint/2010/main" val="388918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E6589-1545-43CC-AF1D-9482F3DF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What the calculation says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036A1-A3E7-411A-AB5A-B06792E2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3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602FB-A66A-40EA-A270-023DF9C3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Recorded 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8473C-6D18-45DA-A14D-33C805B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817"/>
                </a:solidFill>
                <a:latin typeface="Arial"/>
                <a:ea typeface="Arial"/>
                <a:cs typeface="Arial"/>
              </a:rPr>
              <a:t>Agreed pay</a:t>
            </a:r>
          </a:p>
          <a:p xmlns:a="http://schemas.openxmlformats.org/drawingml/2006/main">
            <a:pPr algn="l">
              <a:defRPr sz="1800" b="0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817"/>
                </a:solidFill>
                <a:latin typeface="Arial"/>
                <a:ea typeface="Arial"/>
                <a:cs typeface="Arial"/>
              </a:rPr>
              <a:t>Payment received</a:t>
            </a:r>
          </a:p>
          <a:p xmlns:a="http://schemas.openxmlformats.org/drawingml/2006/main">
            <a:pPr algn="l">
              <a:defRPr sz="1800" b="0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817"/>
                </a:solidFill>
                <a:latin typeface="Arial"/>
                <a:ea typeface="Arial"/>
                <a:cs typeface="Arial"/>
              </a:rPr>
              <a:t>Unpaid agreed amount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E0AAE-4456-468E-AE14-D373A15A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525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Estimated entitlement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2DDE0-0036-4F73-A27C-FC324BF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476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817"/>
                </a:solidFill>
                <a:latin typeface="Arial"/>
                <a:ea typeface="Arial"/>
                <a:cs typeface="Arial"/>
              </a:rPr>
              <a:t>Overtime uses entered hours and a stated multiplier. The dossier marks it “Needs review” and lists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21E12-14EF-43E3-B611-4C6F2405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72F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72F5"/>
                </a:solidFill>
                <a:latin typeface="Arial"/>
                <a:ea typeface="Arial"/>
                <a:cs typeface="Arial"/>
              </a:rPr>
              <a:t>Deterministic code performs the arithmetic. AI does not decide the amount.</a:t>
            </a:r>
          </a:p>
        </p:txBody>
      </p:sp>
    </p:spTree>
    <p:extLst>
      <p:ext uri="{BB962C8B-B14F-4D97-AF65-F5344CB8AC3E}">
        <p14:creationId xmlns:p14="http://schemas.microsoft.com/office/powerpoint/2010/main" val="1867016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29CC5-D801-468F-95C8-9CA5A169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Worker control and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8D08A-CCA9-49DB-AAFF-1321875A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3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C21ED-9BCE-4A95-B5B7-ED02E850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Device-first capture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9BF17-1616-4428-B470-774A9ED3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Records remain usable during connectivity loss after the application shell has loaded.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D7F14-CAB1-4A4E-AE73-E5F7A903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525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Private evidence vault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2B603-638C-46A4-97BF-EC38ACED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A worker PIN derives the encryption key. Evidence files receive SHA-256 integrity hashes.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A6056-E64D-4E55-B85C-FB92FA5B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525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Controlled sharing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7C32B-38FB-4A37-9E73-C57C0DBC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The worker selects records and evidence, and can exclude personal details from an export.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B684D-51C5-4049-A68D-7890B506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96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Demo records cannot upload to a real cloud account.</a:t>
            </a:r>
          </a:p>
        </p:txBody>
      </p:sp>
    </p:spTree>
    <p:extLst>
      <p:ext uri="{BB962C8B-B14F-4D97-AF65-F5344CB8AC3E}">
        <p14:creationId xmlns:p14="http://schemas.microsoft.com/office/powerpoint/2010/main" val="32556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B3F05-2E92-4A9B-940A-BE0ABB68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Validation and next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A6170-718E-4A72-863D-231EFEC2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3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69E60-76A3-4794-872C-B7D0DF5B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Before 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21FBE-89FD-4407-8F8C-5636B04D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817"/>
                </a:solidFill>
                <a:latin typeface="Arial"/>
                <a:ea typeface="Arial"/>
                <a:cs typeface="Arial"/>
              </a:rPr>
              <a:t>Three users attempt the complete journey without coaching. We record completion time, the first point of confusion, and the changes we make.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546F8-E431-494D-8DC3-E28B2128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335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Legal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D08DA-D436-4523-86BF-4F7E327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817"/>
                </a:solidFill>
                <a:latin typeface="Arial"/>
                <a:ea typeface="Arial"/>
                <a:cs typeface="Arial"/>
              </a:rPr>
              <a:t>An event law mentor reviews one synthetic scenario, calculation wording, source references, and the assistance checklist. We report unresolved questions honestly.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EDDFD-A033-456F-96EA-F42A60A8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Insert completed findings here before presenting.</a:t>
            </a:r>
          </a:p>
        </p:txBody>
      </p:sp>
    </p:spTree>
    <p:extLst>
      <p:ext uri="{BB962C8B-B14F-4D97-AF65-F5344CB8AC3E}">
        <p14:creationId xmlns:p14="http://schemas.microsoft.com/office/powerpoint/2010/main" val="3345210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304B5-6BE9-4175-AE64-B55EDBD6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Path to sustained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B22BB-ED12-426D-911F-3FB13F89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3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B881A-84FF-4D1F-810D-67C49B43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817"/>
                </a:solidFill>
                <a:latin typeface="Arial"/>
                <a:ea typeface="Arial"/>
                <a:cs typeface="Arial"/>
              </a:rPr>
              <a:t>Worker recordkeeping remains free.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17E37-C32E-4C60-B563-33B67272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952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8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817"/>
                </a:solidFill>
                <a:latin typeface="Arial"/>
                <a:ea typeface="Arial"/>
                <a:cs typeface="Arial"/>
              </a:rPr>
              <a:t>We will test whether unions, civil-society organizations, labour-support institutions, or responsible businesses will fund training and deployment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D6157-A1EE-4834-AA20-A700283B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9525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478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47873"/>
                </a:solidFill>
                <a:latin typeface="Arial"/>
                <a:ea typeface="Arial"/>
                <a:cs typeface="Arial"/>
              </a:rPr>
              <a:t>This is the model we intend to validate. We have not claimed partnerships, and we will not sell identifiable worker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79470-2304-43BD-A54C-3141506A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72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2F5"/>
                </a:solidFill>
                <a:latin typeface="Arial"/>
                <a:ea typeface="Arial"/>
                <a:cs typeface="Arial"/>
              </a:rPr>
              <a:t>[TEAM NAME] · [CONTACT] · [DEPLOYED URL]</a:t>
            </a:r>
          </a:p>
        </p:txBody>
      </p:sp>
    </p:spTree>
    <p:extLst>
      <p:ext uri="{BB962C8B-B14F-4D97-AF65-F5344CB8AC3E}">
        <p14:creationId xmlns:p14="http://schemas.microsoft.com/office/powerpoint/2010/main" val="233718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2026-09-21T11:54:36.9220000Z</dcterms:created>
  <dcterms:modified xsi:type="dcterms:W3CDTF">2026-09-21T11:54:36.9230000Z</dcterms:modified>
</coreProperties>
</file>